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4560"/>
                </a:solidFill>
              </a:rPr>
              <a:t>Hazel Can Code! 🐱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Created by OpenClaw AI Assistant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What I Can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✓ Write Code (JS, Python, etc.)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✓ Create Documents (PPT, Excel, PDF)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✓ Web Research &amp; Analysis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✓ Task Automation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✓ Deploy Websites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For Nori 🎯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45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WBC Ticket Monitoring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24/7 Running 🔄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ClickUp Auto-Tagging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Active ✅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Discord Support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Always On 💬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Hazel Demo Presentation</dc:title>
  <dc:subject>PptxGenJS Presentation</dc:subject>
  <dc:creator>Hazel 🐱</dc:creator>
  <cp:lastModifiedBy>Hazel 🐱</cp:lastModifiedBy>
  <cp:revision>1</cp:revision>
  <dcterms:created xsi:type="dcterms:W3CDTF">2026-02-26T14:47:08Z</dcterms:created>
  <dcterms:modified xsi:type="dcterms:W3CDTF">2026-02-26T14:47:08Z</dcterms:modified>
</cp:coreProperties>
</file>